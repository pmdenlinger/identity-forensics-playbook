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solidFill>
            <a:srgbClr val="EEF2F6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05EB8"/>
                </a:solidFill>
              </a:defRPr>
            </a:pPr>
            <a:r>
              <a:t>Entra ID Signals — Alex Smith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32004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005EB8"/>
                </a:solidFill>
              </a:defRPr>
            </a:pPr>
            <a:r>
              <a:t>Paul Denlinger  •  paul.denlinger@gmail.com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430000" cy="4389120"/>
          </a:xfrm>
          <a:prstGeom prst="roundRect">
            <a:avLst/>
          </a:prstGeom>
          <a:solidFill>
            <a:srgbClr val="F6FAFF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Home tenant: contoso.onmicrosoft.com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Audience/Resource tenant: partner.onmicrosoft.com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MFA: Enabled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Conditional Access: Allowed (Policy-01)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Risky sign-ins: 0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Apps: Teams, SharePoint, Exchange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Devices: Corp Mac, iOS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Window (UTC): 2026-01-01T00:00Z → 2026-02-29T23:59Z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Notes: Guest posts mid-Jan; CA allowed with MFA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