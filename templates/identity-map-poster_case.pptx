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solidFill>
            <a:srgbClr val="EEF2F6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5EB8"/>
                </a:solidFill>
              </a:defRPr>
            </a:pPr>
            <a:r>
              <a:t>Identity Map – Custodian Overview (Work / Historic / Guest / Personal)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5EB8"/>
                </a:solidFill>
              </a:defRPr>
            </a:pPr>
            <a:r>
              <a:t>Paul Denlinger  •  paul.denlinger@gmail.com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solidFill>
            <a:srgbClr val="EEF2F6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Identities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097280"/>
            <a:ext cx="5303520" cy="365760"/>
          </a:xfrm>
          <a:prstGeom prst="rect">
            <a:avLst/>
          </a:prstGeom>
          <a:solidFill>
            <a:srgbClr val="EEF2F6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Evidence Stores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097280"/>
            <a:ext cx="2743200" cy="1554480"/>
          </a:xfrm>
          <a:prstGeom prst="roundRect">
            <a:avLst/>
          </a:prstGeom>
          <a:solidFill>
            <a:srgbClr val="EEF2F6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/>
            </a:pPr>
            <a:r>
              <a:t>Legend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508760"/>
            <a:ext cx="320040" cy="228600"/>
          </a:xfrm>
          <a:prstGeom prst="round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149047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Work Identity (Entra 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783080"/>
            <a:ext cx="320040" cy="228600"/>
          </a:xfrm>
          <a:prstGeom prst="roundRect">
            <a:avLst/>
          </a:prstGeom>
          <a:solidFill>
            <a:srgbClr val="008C8C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7647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Historic UPN / Alias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057400"/>
            <a:ext cx="320040" cy="228600"/>
          </a:xfrm>
          <a:prstGeom prst="roundRect">
            <a:avLst/>
          </a:prstGeom>
          <a:solidFill>
            <a:srgbClr val="009900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203911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Guest (External B2B)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331720"/>
            <a:ext cx="320040" cy="228600"/>
          </a:xfrm>
          <a:prstGeom prst="round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3134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Personal Microsoft Account (MSA)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554480"/>
            <a:ext cx="530352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5EB8"/>
                </a:solidFill>
              </a:defRPr>
            </a:pPr>
            <a:r>
              <a:t>Work (Current UPN)</a:t>
            </a:r>
          </a:p>
          <a:p>
            <a:pPr>
              <a:defRPr sz="1200"/>
            </a:pPr>
            <a:r>
              <a:t>name@company.com</a:t>
            </a:r>
            <a:br/>
            <a:r>
              <a:t>Mailbox, Teams, OneDrive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200"/>
            <a:ext cx="530352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8C8C"/>
                </a:solidFill>
              </a:defRPr>
            </a:pPr>
            <a:r>
              <a:t>Historic UPN / Alias</a:t>
            </a:r>
          </a:p>
          <a:p>
            <a:pPr>
              <a:defRPr sz="1200"/>
            </a:pPr>
            <a:r>
              <a:t>name@old-company.com</a:t>
            </a:r>
            <a:br/>
            <a:r>
              <a:t>Legacy mailbox/drive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530352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9900"/>
                </a:solidFill>
              </a:defRPr>
            </a:pPr>
            <a:r>
              <a:t>Guest (External B2B)</a:t>
            </a:r>
          </a:p>
          <a:p>
            <a:pPr>
              <a:defRPr sz="1200"/>
            </a:pPr>
            <a:r>
              <a:t>name_partner.com#EXT#@company.onmicrosoft.com</a:t>
            </a:r>
            <a:br/>
            <a:r>
              <a:t>External Teams/Sites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530352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990000"/>
                </a:solidFill>
              </a:defRPr>
            </a:pPr>
            <a:r>
              <a:t>Personal MSA (If Signaled)</a:t>
            </a:r>
          </a:p>
          <a:p>
            <a:pPr>
              <a:defRPr sz="1200"/>
            </a:pPr>
            <a:r>
              <a:t>name@outlook.com</a:t>
            </a:r>
            <a:br/>
            <a:r>
              <a:t>Link access / mobile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5303520" cy="914400"/>
          </a:xfrm>
          <a:prstGeom prst="roundRect">
            <a:avLst/>
          </a:prstGeom>
          <a:solidFill>
            <a:srgbClr val="F6FAF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606060"/>
                </a:solidFill>
              </a:defRPr>
            </a:pPr>
            <a:r>
              <a:t>Exchange Online</a:t>
            </a:r>
          </a:p>
          <a:p>
            <a:pPr>
              <a:defRPr sz="1200"/>
            </a:pPr>
            <a:r>
              <a:t>Primary + historic mailboxes</a:t>
            </a:r>
            <a:br/>
            <a:r>
              <a:t>Forwarding/redirect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743200"/>
            <a:ext cx="5303520" cy="914400"/>
          </a:xfrm>
          <a:prstGeom prst="roundRect">
            <a:avLst/>
          </a:prstGeom>
          <a:solidFill>
            <a:srgbClr val="F6FAF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606060"/>
                </a:solidFill>
              </a:defRPr>
            </a:pPr>
            <a:r>
              <a:t>Teams</a:t>
            </a:r>
          </a:p>
          <a:p>
            <a:pPr>
              <a:defRPr sz="1200"/>
            </a:pPr>
            <a:r>
              <a:t>Internal channels + Partner (Guest) channels</a:t>
            </a:r>
            <a:br/>
            <a:r>
              <a:t>Message exports / transcripts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931920"/>
            <a:ext cx="5303520" cy="914400"/>
          </a:xfrm>
          <a:prstGeom prst="roundRect">
            <a:avLst/>
          </a:prstGeom>
          <a:solidFill>
            <a:srgbClr val="F6FAF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606060"/>
                </a:solidFill>
              </a:defRPr>
            </a:pPr>
            <a:r>
              <a:t>SharePoint / OneDrive</a:t>
            </a:r>
          </a:p>
          <a:p>
            <a:pPr>
              <a:defRPr sz="1200"/>
            </a:pPr>
            <a:r>
              <a:t>Project sites + personal drives</a:t>
            </a:r>
            <a:br/>
            <a:r>
              <a:t>Share-link types &amp; external recipients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120640"/>
            <a:ext cx="5303520" cy="914400"/>
          </a:xfrm>
          <a:prstGeom prst="roundRect">
            <a:avLst/>
          </a:prstGeom>
          <a:solidFill>
            <a:srgbClr val="F6FAF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606060"/>
                </a:solidFill>
              </a:defRPr>
            </a:pPr>
            <a:r>
              <a:t>Audit &amp; OAuth</a:t>
            </a:r>
          </a:p>
          <a:p>
            <a:pPr>
              <a:defRPr sz="1200"/>
            </a:pPr>
            <a:r>
              <a:t>Entra sign-ins / CA results</a:t>
            </a:r>
            <a:br/>
            <a:r>
              <a:t>OAuth grants / device signals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2011680.0"/>
            <a:ext cx="182880" cy="0.0"/>
          </a:xfrm>
          <a:prstGeom prst="line">
            <a:avLst/>
          </a:prstGeom>
          <a:ln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60720" y="3200400.0"/>
            <a:ext cx="182880" cy="0.0"/>
          </a:xfrm>
          <a:prstGeom prst="line">
            <a:avLst/>
          </a:prstGeom>
          <a:ln>
            <a:solidFill>
              <a:srgbClr val="00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60720" y="4389120.0"/>
            <a:ext cx="182880" cy="0.0"/>
          </a:xfrm>
          <a:prstGeom prst="line">
            <a:avLst/>
          </a:prstGeom>
          <a:ln>
            <a:solidFill>
              <a:srgbClr val="00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60720" y="5577840.0"/>
            <a:ext cx="182880" cy="0.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Identity Forensics maps Work / Historic / Guest / Personal identities to the evidence stores they touched. Scope expands ONLY where signals justify it (sign-ins, memberships, share links, rules, OAuth). Time-bounded. Hashed. Manifested.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74320"/>
            <a:ext cx="3291840" cy="731520"/>
          </a:xfrm>
          <a:prstGeom prst="rect">
            <a:avLst/>
          </a:prstGeom>
          <a:solidFill>
            <a:srgbClr val="EEF2F6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2828"/>
                </a:solidFill>
              </a:defRPr>
            </a:pPr>
            <a:r>
              <a:t>Case: Case123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Custodian: Alex Smith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UTC From: 2026-01-01T00:00Z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UTC To: 2026-02-29T23:59Z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